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Weaponry Training Notice &amp; Content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Bilingual Presentation (English &amp; Kiswahili)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 - Weaponry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There will be a weaponry training session on __ at __ from __ to __.</a:t>
            </a:r>
          </a:p>
          <a:p>
            <a:r>
              <a:t>All participants must attend with full training kits and safety gear.</a:t>
            </a:r>
          </a:p>
          <a:p/>
          <a:p>
            <a:r>
              <a:t>Kutakuwa na mafunzo maalum ya silaha tarehe __ kuanzia saa __ hadi __.</a:t>
            </a:r>
          </a:p>
          <a:p>
            <a:r>
              <a:t>Washiriki wote wanapaswa kuhudhuria wakiwa na vifaa vyao vya mafunzo na usalama.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Weaponry / Utangulizi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Weaponry is the study and application of weapons used in combat or defense.</a:t>
            </a:r>
          </a:p>
          <a:p>
            <a:r>
              <a:t>Silaha ni zana zinazotumika kujihami au kushambulia.</a:t>
            </a:r>
          </a:p>
          <a:p>
            <a:r>
              <a:t>Weaponry ni taaluma ya matumizi ya silaha katika vita au ulinzi.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Weapons / Aina za Silaha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Cold Weapons - Panga, visu, mikuki</a:t>
            </a:r>
          </a:p>
          <a:p>
            <a:r>
              <a:t>2. Firearms - Pistols, rifles, machine guns</a:t>
            </a:r>
          </a:p>
          <a:p>
            <a:r>
              <a:t>3. Explosives - Grenades, mines, IEDs</a:t>
            </a:r>
          </a:p>
          <a:p>
            <a:r>
              <a:t>4. Heavy Weapons - Mortars, rockets</a:t>
            </a:r>
          </a:p>
          <a:p>
            <a:r>
              <a:t>5. WMDs - Chemical, Biological, Nuclear</a:t>
            </a:r>
          </a:p>
          <a:p/>
          <a:p>
            <a:r>
              <a:t>1. Silaha za jadi</a:t>
            </a:r>
          </a:p>
          <a:p>
            <a:r>
              <a:t>2. Silaha za moto</a:t>
            </a:r>
          </a:p>
          <a:p>
            <a:r>
              <a:t>3. Mabomu</a:t>
            </a:r>
          </a:p>
          <a:p>
            <a:r>
              <a:t>4. Silaha nzito</a:t>
            </a:r>
          </a:p>
          <a:p>
            <a:r>
              <a:t>5. Silaha za maangamizi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Firearms / Silaha za Moto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explosive force to discharge bullets.</a:t>
            </a:r>
          </a:p>
          <a:p>
            <a:r>
              <a:t>Zinatumia mlipuko wa baruti kusukuma risasi.</a:t>
            </a:r>
          </a:p>
          <a:p/>
          <a:p>
            <a:r>
              <a:t>Main parts: Barrel, Trigger, Magazine, Sights, Bolt</a:t>
            </a:r>
          </a:p>
          <a:p>
            <a:r>
              <a:t>Sehemu kuu: Mrija, Kichocheo, Magazine, Nishani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AK-47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AK-47: Avtomat Kalashnikova 1947</a:t>
            </a:r>
          </a:p>
          <a:p>
            <a:r>
              <a:t>Invented by Mikhail Kalashnikov (Russia)</a:t>
            </a:r>
          </a:p>
          <a:p/>
          <a:p>
            <a:r>
              <a:t>Type: Assault Rifle</a:t>
            </a:r>
          </a:p>
          <a:p>
            <a:r>
              <a:t>Ammunition: 7.62x39mm</a:t>
            </a:r>
          </a:p>
          <a:p>
            <a:r>
              <a:t>Modes: Semi/Full Auto</a:t>
            </a:r>
          </a:p>
          <a:p>
            <a:r>
              <a:t>Magazine: 30 rounds</a:t>
            </a:r>
          </a:p>
          <a:p/>
          <a:p>
            <a:r>
              <a:t>Ilivumbuliwa na Mikhail Kalashnikov (Urusi)</a:t>
            </a:r>
          </a:p>
          <a:p>
            <a:r>
              <a:t>Risasi: 7.62mm</a:t>
            </a:r>
          </a:p>
          <a:p>
            <a:r>
              <a:t>Kifaa: Semi/Full Auto</a:t>
            </a:r>
          </a:p>
          <a:p>
            <a:r>
              <a:t>Magazine: 30 risasi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AK-47 Features &amp;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Durable, reliable in harsh environments</a:t>
            </a:r>
          </a:p>
          <a:p>
            <a:r>
              <a:t>Easy to operate and maintain</a:t>
            </a:r>
          </a:p>
          <a:p/>
          <a:p>
            <a:r>
              <a:t>Hudumu kwa muda mrefu, rahisi kutumia na kutengeneza</a:t>
            </a:r>
          </a:p>
          <a:p>
            <a:r>
              <a:t>Inatumika na majeshi duniani kote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Reminder / Tanbihi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Weapons must be handled responsibly and safely.</a:t>
            </a:r>
          </a:p>
          <a:p>
            <a:r>
              <a:t>Never use weapons without official authorization.</a:t>
            </a:r>
          </a:p>
          <a:p/>
          <a:p>
            <a:r>
              <a:t>Silaha zitumike kwa uwajibikaji na usalama.</a:t>
            </a:r>
          </a:p>
          <a:p>
            <a:r>
              <a:t>Usitumie silaha bila ruhusa rasmi.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